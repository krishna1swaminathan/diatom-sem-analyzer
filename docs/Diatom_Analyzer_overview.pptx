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tool: images in, measurements out. Everything runs on the user's own computer.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map one-to-one onto the challenge requirements.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Outline colours follow the condition. Every correction updates the measurements and is recorded in the spreadsheet.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stage is a plain rule you can inspect; all thresholds are exported with the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from reports/synthetic/report.md and reports/synthetic_crowded/report.md; scale figures from the lab's own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7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Diatom Analyzer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56032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SEM images. Get every diatom counted, measured in µm and graded intact, cracked or broken, with every pore, in one Excel file.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416052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laptop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423160" y="416052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423160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06240" y="4160520"/>
            <a:ext cx="1645920" cy="411480"/>
          </a:xfrm>
          <a:prstGeom prst="roundRect">
            <a:avLst>
              <a:gd name="adj" fmla="val 48889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06240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W&amp;M Nano &amp; Biomaterials Lab · Challenge #1</a:t>
            </a:r>
            <a:endParaRPr lang="en-US" sz="1300" dirty="0"/>
          </a:p>
        </p:txBody>
      </p:sp>
      <p:pic>
        <p:nvPicPr>
          <p:cNvPr id="11" name="Image 0" descr="/tmp/claude-0/-home-user-diatom-sem-analyzer/c2c889a1-ffb5-5b3f-b137-bbfaddda14e3/scratchpad/deck/overl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5120640" cy="4197096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diatom in every image, automatically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Counts every diatom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729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Outlined and numbered on the image; touching diatoms are separated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97680" y="182880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2103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µm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it in µm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1729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Length, width, area. Scale from the microscope file or scale bar, never assumed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2103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∠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78892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orientation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17296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Long-axis angle, and whether it lies face-on or on its side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4434840"/>
            <a:ext cx="566928" cy="566928"/>
          </a:xfrm>
          <a:prstGeom prst="ellipse">
            <a:avLst/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Grades its condition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5046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Intact, cracked or broken, colour-coded on the image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297680" y="416052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44348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its shape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0" y="55046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or elongated, side view or broken piece; species once taught a few examples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46720" y="4160520"/>
            <a:ext cx="3520440" cy="2057400"/>
          </a:xfrm>
          <a:prstGeom prst="roundRect">
            <a:avLst>
              <a:gd name="adj" fmla="val 6667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21040" y="4434840"/>
            <a:ext cx="566928" cy="566928"/>
          </a:xfrm>
          <a:prstGeom prst="ellipse">
            <a:avLst/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21040" y="4434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•••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51206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Measures every pore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321040" y="5504688"/>
            <a:ext cx="3063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and diameter of each pore, plus density and spacing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steps, no programming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Double-click to start; it opens in the web browser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64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images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1488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in SEM images (TIF, JPG, PNG). Hitachi: add the .txt file too.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53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9352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sample type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319272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Diatoms apart · packed round cells · crowded, I'll mark them myself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23944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12394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056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and fix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48970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missed diatom by dragging tip to tip; remove a wrong one; set a condition; undo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7608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660136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file: every diatom, every pore, a summary, and a column guide</a:t>
            </a:r>
            <a:endParaRPr lang="en-US" sz="1350" dirty="0"/>
          </a:p>
        </p:txBody>
      </p:sp>
      <p:pic>
        <p:nvPicPr>
          <p:cNvPr id="20" name="Image 0" descr="/tmp/claude-0/-home-user-diatom-sem-analyzer/c2c889a1-ffb5-5b3f-b137-bbfaddda14e3/scratchpad/deck/resul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91640"/>
            <a:ext cx="5486400" cy="372160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pic>
      <p:sp>
        <p:nvSpPr>
          <p:cNvPr id="21" name="Shape 18"/>
          <p:cNvSpPr/>
          <p:nvPr/>
        </p:nvSpPr>
        <p:spPr>
          <a:xfrm>
            <a:off x="6172200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0CA30C"/>
          </a:solidFill>
          <a:ln w="12700">
            <a:solidFill>
              <a:srgbClr val="0CA30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28232" y="5596128"/>
            <a:ext cx="630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242048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AB219"/>
          </a:solidFill>
          <a:ln w="12700">
            <a:solidFill>
              <a:srgbClr val="FAB21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498080" y="5596128"/>
            <a:ext cx="70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389620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D03B3B"/>
          </a:solidFill>
          <a:ln w="12700">
            <a:solidFill>
              <a:srgbClr val="D03B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5652" y="5596128"/>
            <a:ext cx="630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459468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AAAAA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15500" y="5596128"/>
            <a:ext cx="16413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not assessed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11539728" y="5687568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56B4E9"/>
          </a:solidFill>
          <a:ln w="12700">
            <a:solidFill>
              <a:srgbClr val="56B4E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1795760" y="559612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image analysis: fast, explainable, and runs on any laptop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EAF2FC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microscope's file, else the scale bar's length and label, else the tick ruler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67712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450592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33472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3347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33472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633472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diatoms from background; split touching ones; circle-finding for packed cultures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169664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352544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424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3542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35424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535424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Rotated box for length and width; long-axis angle; face-on or side view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071616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54496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7376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37376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37376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spots inside each shell, sized at half their depth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8156448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39328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39328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339328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339328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inward corners and bites = broken; long crack lines or chips = cracked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875520" y="310896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058400" y="1920240"/>
            <a:ext cx="1737360" cy="2926080"/>
          </a:xfrm>
          <a:prstGeom prst="roundRect">
            <a:avLst>
              <a:gd name="adj" fmla="val 7368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241280" y="21488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24128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0" y="274320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Species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0" y="3154680"/>
            <a:ext cx="1417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shape, size, pores and texture against a few examples per species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11064240" cy="960120"/>
          </a:xfrm>
          <a:prstGeom prst="roundRect">
            <a:avLst>
              <a:gd name="adj" fmla="val 13333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too hard: </a:t>
            </a:r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marks diatoms by dragging tip to tip and the outline is traced for them. Those corrected outlines can train a Cellpose model on the lab's own images (96 % found vs 65 % classically, in our crowded-scene test).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3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accurate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checked on the lab's 123 images; the rest on 30 generated SEM frames with exact answers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0574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7F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123/123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images: scale read automatically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0574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diatoms found (well separated), no false ones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82880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05740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length error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A7F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97 %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937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grades correct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384048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94 %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4937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species correct with 3 examples each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46720" y="3840480"/>
            <a:ext cx="3520440" cy="1783080"/>
          </a:xfrm>
          <a:prstGeom prst="roundRect">
            <a:avLst>
              <a:gd name="adj" fmla="val 7692"/>
            </a:avLst>
          </a:prstGeom>
          <a:solidFill>
            <a:srgbClr val="F5F8FC"/>
          </a:solidFill>
          <a:ln w="12700">
            <a:solidFill>
              <a:srgbClr val="DFE6E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069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 s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4937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image on one laptop CPU core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Harder: crowded, overlapping scenes (75 % found automatically). There the user marks diatoms by hand, or a trained model takes over.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7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0116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2860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Python 3.10+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python.org (once per computer)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20116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2860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Double-click the launcher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Diatom Analyzer (Mac).command or (Windows).bat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138160" y="2011680"/>
            <a:ext cx="3474720" cy="2103120"/>
          </a:xfrm>
          <a:prstGeom prst="roundRect">
            <a:avLst>
              <a:gd name="adj" fmla="val 6522"/>
            </a:avLst>
          </a:prstGeom>
          <a:solidFill>
            <a:srgbClr val="1C3F6E"/>
          </a:solidFill>
          <a:ln w="12700">
            <a:solidFill>
              <a:srgbClr val="3F6BA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2286000"/>
            <a:ext cx="548640" cy="5486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2286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in your SEM images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383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download the Excel file at the end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7548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stays on your computer: no cloud, no GPU, no images uploaded. Built with open-source Python (scikit-image, OpenCV, Streamlit).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Diatom Analyzer</dc:title>
  <dc:subject>PptxGenJS Presentation</dc:subject>
  <dc:creator>PptxGenJS</dc:creator>
  <cp:lastModifiedBy>PptxGenJS</cp:lastModifiedBy>
  <cp:revision>1</cp:revision>
  <dcterms:created xsi:type="dcterms:W3CDTF">2026-09-27T13:32:25Z</dcterms:created>
  <dcterms:modified xsi:type="dcterms:W3CDTF">2026-09-27T13:32:25Z</dcterms:modified>
</cp:coreProperties>
</file>