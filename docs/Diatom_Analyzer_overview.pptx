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tool: images in, measurements out. Everything runs on the user's own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one-to-one onto the challenge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colours follow the condition. Every correction updates the measurements and is recorded in the spreadsheet.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stage is a plain rule you can inspect; all thresholds are exported with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reports: reports/heldout and reports/heldout_crowded (seeds 1000-1029). Tuning frames: seeds 0-29.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running the app's modes over the lab folders. The fix for debris-heavy and dense scenes is a detection model trained on corrected outlines (see How it works).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Diatom Analyzer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C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SEM images. Get every diatom counted, measured in µm and graded intact, cracked or broken, with every pore, in one Excel file.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4160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4160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W&amp;M Nano &amp; Biomaterials Lab · Challenge #1</a:t>
            </a:r>
            <a:endParaRPr lang="en-US" sz="1300" dirty="0"/>
          </a:p>
        </p:txBody>
      </p:sp>
      <p:pic>
        <p:nvPicPr>
          <p:cNvPr id="11" name="Image 0" descr="/tmp/claude-0/-home-user-diatom-sem-analyzer/c2c889a1-ffb5-5b3f-b137-bbfaddda14e3/scratchpad/deck/over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41970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diatom in every image, automatically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every diatom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729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and numbered on the image; touching diatoms are separated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it in µm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729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width, area. Scale from the microscope file or scale bar, never assumed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031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∠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orientation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729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Long-axis angle, and whether it lies face-on or on its side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its condition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046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Intact, cracked or broken, colour-coded on the image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97680" y="416052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43484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its shape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5046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or elongated, side view or broken piece; species once taught a few examples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416052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434840"/>
            <a:ext cx="566928" cy="566928"/>
          </a:xfrm>
          <a:prstGeom prst="ellipse">
            <a:avLst/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every pore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5046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and diameter of each pore, plus density and spacing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no programming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start; it opens in the web browser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images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48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SEM images (TIF, JPG, PNG). Hitachi: add the .txt file too.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53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35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sample type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19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Diatoms apart · packed round cells · crowded, I'll mark them myself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23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05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and fix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897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missed diatom by dragging tip to tip; remove a wrong one; set a condition; undo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76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601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file: every diatom, every pore, a summary, and a column guide</a:t>
            </a:r>
            <a:endParaRPr lang="en-US" sz="1350" dirty="0"/>
          </a:p>
        </p:txBody>
      </p:sp>
      <p:pic>
        <p:nvPicPr>
          <p:cNvPr id="20" name="Image 0" descr="/tmp/claude-0/-home-user-diatom-sem-analyzer/c2c889a1-ffb5-5b3f-b137-bbfaddda14e3/scratchpad/deck/resul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91640"/>
            <a:ext cx="5486400" cy="372160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21" name="Shape 18"/>
          <p:cNvSpPr/>
          <p:nvPr/>
        </p:nvSpPr>
        <p:spPr>
          <a:xfrm>
            <a:off x="6172200" y="56875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8232" y="5596128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42048" y="56875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0" y="5596128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89620" y="56875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5652" y="5596128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459468" y="56875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15500" y="5596128"/>
            <a:ext cx="1641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not assessed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1539728" y="56875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795760" y="55961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image analysis: fast, explainable, and runs on any laptop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EAF2FC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microscope's file, else the scale bar's length and label, else the tick ruler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50592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diatoms from background; split touching ones; circle-finding for packed cultures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69664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52544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5424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542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35424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box for length and width; long-axis angle; face-on or side view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71616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54496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spots inside each shell, sized at half their depth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56448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39328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3932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inward corners and bites = broken; long crack lines or chips = cracked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058400" y="1920240"/>
            <a:ext cx="1737360" cy="2926080"/>
          </a:xfrm>
          <a:prstGeom prst="roundRect">
            <a:avLst>
              <a:gd name="adj" fmla="val 7368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21488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412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315468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shape, size, pores and texture against a few examples per species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too hard: 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marks diatoms by dragging tip to tip and the outline is traced for them. Those corrected outlines can train a Cellpose model on the lab's own images (in a test on 8 unseen crowded frames: 96 % found vs 65 % for the classical method).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accurate: tested on unseen images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30 generated SEM frames, scored on 30 new frames never used for tuning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142/142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diatoms found when lying apart, no false detections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80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length error (scale read from the scale bar)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880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correct: intact 85/85, cracked 28/32, broken 25/25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→ 98 %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correct with 1 → 5 reference examples each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379476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in pore count per diatom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crowded, overlapping scenes (94 % of outlines correct)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reference examples are separate specimen images; scoring uses the diatoms in the test frames (a true train / test split). Generated images have exact answers but are cleaner than real ones.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lab's own images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SEM images from a Phenom desktop SEM and a Hitachi S-4700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123 / 123 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microscope's file. Reading the scale bar alone agrees on all 122 images where it can be checked.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440680" cy="3291840"/>
          </a:xfrm>
          <a:prstGeom prst="roundRect">
            <a:avLst>
              <a:gd name="adj" fmla="val 41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automatically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862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Diatoms on a clean background (Richmond pennates, 1-10 per image)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Thalassiosira cultures: 90-120 valves per image in round-cell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Hitachi images at 3,000×: 30-45 valves each, scale from the .txt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1-20 s per image on a laptop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017520"/>
            <a:ext cx="5440680" cy="3291840"/>
          </a:xfrm>
          <a:prstGeom prst="roundRect">
            <a:avLst>
              <a:gd name="adj" fmla="val 4167"/>
            </a:avLst>
          </a:prstGeom>
          <a:solidFill>
            <a:srgbClr val="F5F8FC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the user's help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8862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Debris-heavy diatomite: mineral grains get outlined; remove them or mark diatoms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Didymosphenia fields: mark each cell by dragging tip to tip, then grade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Close-ups of one or two cells: round-cell mode can add false circles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Real-image counting accuracy not yet measured: needs 10-20 hand-labelled images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Python 3.10+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python.org (once per computer)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Double-click the launcher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Diatom Analyzer (Mac).command or (Windows).bat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1C3F6E"/>
          </a:solidFill>
          <a:ln w="12700">
            <a:solidFill>
              <a:srgbClr val="3F6B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in your SEM images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download the Excel file at the end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on your computer: no cloud, no GPU, no images uploaded. Built with open-source Python (scikit-image, OpenCV, Streamlit).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Diatom Analyzer</dc:title>
  <dc:subject>Diatom Analyzer overview</dc:subject>
  <dc:creator>Krishna Swaminathan</dc:creator>
  <cp:lastModifiedBy>Krishna Swaminathan</cp:lastModifiedBy>
  <cp:revision>1</cp:revision>
  <dcterms:created xsi:type="dcterms:W3CDTF">2026-09-30T14:14:47Z</dcterms:created>
  <dcterms:modified xsi:type="dcterms:W3CDTF">2026-09-30T14:14:47Z</dcterms:modified>
</cp:coreProperties>
</file>